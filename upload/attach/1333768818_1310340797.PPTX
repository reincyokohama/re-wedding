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6858000" cy="9144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914" y="-108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2230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1617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1745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4454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9161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7368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164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9396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60169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0152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9320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B099CF-BAA4-4BCF-9149-F4F383E13C37}" type="datetimeFigureOut">
              <a:rPr kumimoji="1" lang="ja-JP" altLang="en-US" smtClean="0"/>
              <a:t>2011/5/31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4FF0A-890D-4AB6-8C7C-4A0272C9EF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6049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704" y="302252"/>
            <a:ext cx="5215285" cy="88417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正方形/長方形 3"/>
          <p:cNvSpPr/>
          <p:nvPr/>
        </p:nvSpPr>
        <p:spPr>
          <a:xfrm>
            <a:off x="750703" y="117586"/>
            <a:ext cx="5143500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dirty="0" smtClean="0"/>
              <a:t>http://www.qetic.jp/blog/pbr/?p=3654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45931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672" y="391910"/>
            <a:ext cx="6061834" cy="72728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正方形/長方形 1"/>
          <p:cNvSpPr/>
          <p:nvPr/>
        </p:nvSpPr>
        <p:spPr>
          <a:xfrm>
            <a:off x="836712" y="7956376"/>
            <a:ext cx="51845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dirty="0" smtClean="0"/>
              <a:t>http://mocnsm022.wordpress.com/2010/10/28/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06520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</Words>
  <Application>Microsoft Office PowerPoint</Application>
  <PresentationFormat>画面に合わせる (4:3)</PresentationFormat>
  <Paragraphs>2</Paragraphs>
  <Slides>2</Slides>
  <Notes>0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3" baseType="lpstr">
      <vt:lpstr>Office ​​テーマ</vt:lpstr>
      <vt:lpstr>PowerPoint プレゼンテーション</vt:lpstr>
      <vt:lpstr>PowerPoint プレゼンテーション</vt:lpstr>
    </vt:vector>
  </TitlesOfParts>
  <Company>Grizli777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Kazuhiko Okubo</dc:creator>
  <cp:lastModifiedBy>Kazuhiko Okubo</cp:lastModifiedBy>
  <cp:revision>1</cp:revision>
  <dcterms:created xsi:type="dcterms:W3CDTF">2011-05-31T13:26:17Z</dcterms:created>
  <dcterms:modified xsi:type="dcterms:W3CDTF">2011-05-31T13:34:27Z</dcterms:modified>
</cp:coreProperties>
</file>