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914" y="-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223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161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174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5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16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36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164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396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6016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015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320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099CF-BAA4-4BCF-9149-F4F383E13C37}" type="datetimeFigureOut">
              <a:rPr kumimoji="1" lang="ja-JP" altLang="en-US" smtClean="0"/>
              <a:t>2011/5/31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4FF0A-890D-4AB6-8C7C-4A0272C9EF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604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04" y="302252"/>
            <a:ext cx="5215285" cy="884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正方形/長方形 3"/>
          <p:cNvSpPr/>
          <p:nvPr/>
        </p:nvSpPr>
        <p:spPr>
          <a:xfrm>
            <a:off x="750703" y="117586"/>
            <a:ext cx="51435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ja-JP" dirty="0" smtClean="0"/>
              <a:t>http://www.qetic.jp/blog/pbr/?p=3654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59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72" y="391910"/>
            <a:ext cx="6061834" cy="7272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正方形/長方形 1"/>
          <p:cNvSpPr/>
          <p:nvPr/>
        </p:nvSpPr>
        <p:spPr>
          <a:xfrm>
            <a:off x="836712" y="7956376"/>
            <a:ext cx="5184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smtClean="0"/>
              <a:t>http://mocnsm022.wordpress.com/2010/10/28/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0652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</Words>
  <Application>Microsoft Office PowerPoint</Application>
  <PresentationFormat>画面に合わせる 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Office ​​テーマ</vt:lpstr>
      <vt:lpstr>PowerPoint プレゼンテーション</vt:lpstr>
      <vt:lpstr>PowerPoint プレゼンテーション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Kazuhiko Okubo</dc:creator>
  <cp:lastModifiedBy>Kazuhiko Okubo</cp:lastModifiedBy>
  <cp:revision>1</cp:revision>
  <dcterms:created xsi:type="dcterms:W3CDTF">2011-05-31T13:26:17Z</dcterms:created>
  <dcterms:modified xsi:type="dcterms:W3CDTF">2011-05-31T13:34:27Z</dcterms:modified>
</cp:coreProperties>
</file>